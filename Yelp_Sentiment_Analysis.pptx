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A6ED5A-D3A5-4C26-89BE-E5770E5255CA}">
  <a:tblStyle styleId="{1CA6ED5A-D3A5-4C26-89BE-E5770E5255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6cf6111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6cf6111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6cf6111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6cf6111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cf6111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cf6111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6cf61115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6cf61115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6cf6111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6cf6111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6cf61115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6cf61115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6cf6111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6cf6111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cf6111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6cf61115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aai.org/Papers/ICML/2003/ICML03-081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jpg"/><Relationship Id="rId5" Type="http://schemas.openxmlformats.org/officeDocument/2006/relationships/hyperlink" Target="https://arxiv.org/pdf/1412.5335.pdf" TargetMode="External"/><Relationship Id="rId4" Type="http://schemas.openxmlformats.org/officeDocument/2006/relationships/hyperlink" Target="https://www.aclweb.org/anthology/P12-2018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Punching above your weight: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 through BOW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Younus Ahmed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4015225" y="1017800"/>
            <a:ext cx="48171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Tackling the Poor Assumptions of Naive Bayes Text Classifiers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Baselines and Bigrams: Simple, Good Sentiment and Topic Classification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Reproduced results: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Ensemble of Generative And Discriminative Techniques for Sentiment Analysis of Movie Reviews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1885250"/>
            <a:ext cx="3411599" cy="26836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71425" y="1121675"/>
            <a:ext cx="13410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Data scientist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622300" y="2088900"/>
            <a:ext cx="775200" cy="450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</a:rPr>
              <a:t>NB &amp; SVM </a:t>
            </a:r>
            <a:endParaRPr sz="900">
              <a:solidFill>
                <a:schemeClr val="accent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</a:rPr>
              <a:t>Models</a:t>
            </a:r>
            <a:endParaRPr sz="900">
              <a:solidFill>
                <a:schemeClr val="accent4"/>
              </a:solidFill>
            </a:endParaRPr>
          </a:p>
        </p:txBody>
      </p:sp>
      <p:cxnSp>
        <p:nvCxnSpPr>
          <p:cNvPr id="96" name="Google Shape;96;p14"/>
          <p:cNvCxnSpPr>
            <a:stCxn id="94" idx="2"/>
          </p:cNvCxnSpPr>
          <p:nvPr/>
        </p:nvCxnSpPr>
        <p:spPr>
          <a:xfrm>
            <a:off x="1141925" y="1463075"/>
            <a:ext cx="166800" cy="9021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Major Hypothesis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Bigrams increase accuracy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NB performs better than SVM on short reviews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NBSVM model can outperform either underlying model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Simple BOW can outperform state-of-the-art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Plan</a:t>
            </a: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different dataset (Yelp)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and Optimize a NB and SVM Model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 both into a NBSVM Model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Neural BOW as the comparative ‘state-of-the-art’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4 hypothesis: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Bigrams increase accuracy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NB performs better than SVM on short reviews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NBSVM model can outperform either underlying model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BOW can outperform state-of-the-art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45987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Started with 8GB of Yelp Data from Kaggle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Collapsed to binary classification (0 and 1)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Subsetted to only use AZ reviews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Final data set = 1.15M Reviews and Ratings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800" y="1141827"/>
            <a:ext cx="3714500" cy="180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NB &amp; SVM Optimization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311700" y="13060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Developed Base: Filtered stopwords (conversational nature), TF-IDF (indicators different for types of business ex plumber vs restaurant),  Max_DF = 5 (TF-IDF lead to ‘yasssss’) [NB Base 90.8% / SVM Base 91.96%]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NB + Bigrams: +1.1% Accuracy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SVM + Bigrams: +0.17% Accuracy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SVM + Modified Huber Loss: +1.1% Accuracy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SVM + Regularization Tuning: +1.8% Accuracy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BOW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-Utilized a continuous BOW framework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-Used GloVe embeddings for each word in yelp review. Averaged embeddings for each review.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-Developed Base: embed_dim=60  [NB Base 87.8%]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-Filtered stopwords (conversational nature)  Max_DF = 5 Increased embed_dim to 300 [+2.75% accuracy to  base]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-Used lemmatizer for preprocessing [+3.38%accuracy to base]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-Used word2vec with lemmatizer preprocessing and filtered stop words[best model [4.34%]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/>
              <a:t>-Used TF-IDF on the embeddings with weighted average for each review [+1.5%  to base]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aphicFrame>
        <p:nvGraphicFramePr>
          <p:cNvPr id="133" name="Google Shape;133;p20"/>
          <p:cNvGraphicFramePr/>
          <p:nvPr/>
        </p:nvGraphicFramePr>
        <p:xfrm>
          <a:off x="1600200" y="1801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{1CA6ED5A-D3A5-4C26-89BE-E5770E5255CA}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 (optimized)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0.9454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0.9461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0.9454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 (optimized)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0.9543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0.9523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NBSVM (optimized)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0.9547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0.9549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0.9548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Neural BOW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0.9523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validated?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31175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Bigrams increase accuracy NB: 1.1%+ SVM: 0.27%+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NB performs better than SVM on short reviews (117 words for both)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¯\_(ツ)_/¯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NBSVM model can outperform either underlying model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Simple BOW can outperform state-of-the-art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924" y="1101852"/>
            <a:ext cx="559050" cy="51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999" y="2098327"/>
            <a:ext cx="559050" cy="51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9699" y="2640365"/>
            <a:ext cx="559050" cy="51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On-screen Show (16:9)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Roboto</vt:lpstr>
      <vt:lpstr>Geometric</vt:lpstr>
      <vt:lpstr>Punching above your weight:  Sentiment analysis through BOW</vt:lpstr>
      <vt:lpstr>Background</vt:lpstr>
      <vt:lpstr>4 Major Hypothesis</vt:lpstr>
      <vt:lpstr>Game Plan</vt:lpstr>
      <vt:lpstr>Data</vt:lpstr>
      <vt:lpstr>NB &amp; SVM Optimization</vt:lpstr>
      <vt:lpstr>Neural BOW</vt:lpstr>
      <vt:lpstr>Results</vt:lpstr>
      <vt:lpstr>Hypothesis validated?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Punching above your weight:  Sentiment analysis through BOW</dc:title>
  <dc:creator>snoopy</dc:creator>
  <cp:lastModifiedBy>snoopy</cp:lastModifiedBy>
  <cp:revision>2</cp:revision>
  <dcterms:modified xsi:type="dcterms:W3CDTF">2019-01-08T00:58:37Z</dcterms:modified>
</cp:coreProperties>
</file>